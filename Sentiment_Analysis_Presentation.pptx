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Positive</c:v>
                </c:pt>
                <c:pt idx="1">
                  <c:v>Negative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Bi-LSTM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  <c:pt idx="4">
                    <c:v>AUC-ROC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89.64</c:v>
                </c:pt>
                <c:pt idx="1">
                  <c:v>88.79</c:v>
                </c:pt>
                <c:pt idx="2">
                  <c:v>90.63</c:v>
                </c:pt>
                <c:pt idx="3">
                  <c:v>89.7</c:v>
                </c:pt>
                <c:pt idx="4">
                  <c:v>95.98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DistilBERT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  <c:pt idx="4">
                    <c:v>AUC-ROC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93.41</c:v>
                </c:pt>
                <c:pt idx="1">
                  <c:v>92.98</c:v>
                </c:pt>
                <c:pt idx="2">
                  <c:v>93.88</c:v>
                </c:pt>
                <c:pt idx="3">
                  <c:v>93.43</c:v>
                </c:pt>
                <c:pt idx="4">
                  <c:v>98.43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E86C1">
              <a:alpha val="15000"/>
            </a:srgbClr>
          </a:solidFill>
          <a:ln w="12700">
            <a:solidFill>
              <a:srgbClr val="2E86C1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·  NLP  ·  SENTIMENT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 Review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2971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 with Attention  vs  DistilBERT Transformer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3456432"/>
            <a:ext cx="41148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3  |  Machine Learning Final Project  |  May 5, 2025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41605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2E86C1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160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IMDB Reviews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41605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2E86C1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Deep Learning Models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41605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2E86C1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4160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Eval Metrics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51560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48132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solving and why it matters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114800" cy="1051560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02920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058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10972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48132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50K reviews — cleaning and preparation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114800" cy="1051560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40280"/>
            <a:ext cx="502920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4028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3317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71576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 with Attention  +  DistilBERT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240280"/>
            <a:ext cx="4114800" cy="1051560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240280"/>
            <a:ext cx="502920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24028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23317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71576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AUC-ROC and more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4114800" cy="1051560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474720"/>
            <a:ext cx="502920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47472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5661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9502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 on the web interface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474720"/>
            <a:ext cx="4114800" cy="1051560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474720"/>
            <a:ext cx="502920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47472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35661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39502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future work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Given a movie review, can an AI determine if it is Positive or Negative?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3931920" cy="1371600"/>
          </a:xfrm>
          <a:prstGeom prst="rect">
            <a:avLst/>
          </a:prstGeom>
          <a:solidFill>
            <a:srgbClr val="EAF9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011680"/>
            <a:ext cx="393192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11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POSITIVE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9572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5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film is absolutely brilliant! A masterpiece of storytelling."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2011680"/>
            <a:ext cx="3931920" cy="1371600"/>
          </a:xfrm>
          <a:prstGeom prst="rect">
            <a:avLst/>
          </a:prstGeom>
          <a:solidFill>
            <a:srgbClr val="FE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011680"/>
            <a:ext cx="393192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011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NEGATIVE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239572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"Terrible film. Boring plot, bad acting. Complete waste of time."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547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92277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858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handling  ("not brilliant")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21538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151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 &amp; irony detection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92277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858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noise in raw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421538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4151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review lengths (32–13,704 chars)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Preprocessing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8755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19659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98755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50592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914400"/>
            <a:ext cx="19659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98755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25,000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26864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914400"/>
            <a:ext cx="19659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98755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80/10/10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03136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1762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2560320"/>
            <a:ext cx="2011680" cy="1417320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69848" y="2633472"/>
            <a:ext cx="502920" cy="50292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" y="32186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Removal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51129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&lt;br/&gt;, &lt;b&gt; and all HTML tags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96312" y="2560320"/>
            <a:ext cx="2011680" cy="1417320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2633472"/>
            <a:ext cx="502920" cy="50292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96312" y="32186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96312" y="351129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special chars, lowercase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72584" y="2560320"/>
            <a:ext cx="2011680" cy="1417320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22392" y="2633472"/>
            <a:ext cx="502920" cy="50292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22392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72584" y="32186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72584" y="351129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vocab (LSTM) / WordPiece (BERT)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48856" y="2560320"/>
            <a:ext cx="2011680" cy="1417320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98664" y="2633472"/>
            <a:ext cx="502920" cy="50292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98664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48856" y="32186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48856" y="351129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length 256 tokens per review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350008" y="3273552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26280" y="3273552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02552" y="3273552"/>
            <a:ext cx="320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graphicFrame>
        <p:nvGraphicFramePr>
          <p:cNvPr id="40" name="Chart 0" descr=""/>
          <p:cNvGraphicFramePr/>
          <p:nvPr/>
        </p:nvGraphicFramePr>
        <p:xfrm>
          <a:off x="6400800" y="2286000"/>
          <a:ext cx="24688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Architectures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Bi-LSTM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3383280" cy="3474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361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Text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31720" y="1883664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011680"/>
            <a:ext cx="338328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0116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Layer (100d)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31720" y="2359152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487168"/>
            <a:ext cx="338328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4871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Layer 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31720" y="2834640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962656"/>
            <a:ext cx="338328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96265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Layer 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31720" y="3310128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438144"/>
            <a:ext cx="338328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43814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31720" y="3785616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913632"/>
            <a:ext cx="33832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9136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→ Output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" y="44622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5  |  LR: 1e-3  |  Batch: 32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914400"/>
            <a:ext cx="4114800" cy="3931920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DistilBERT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120640" y="1536192"/>
            <a:ext cx="3383280" cy="3474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20640" y="15361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Text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12280" y="1883664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2011680"/>
            <a:ext cx="338328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120640" y="20116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Tokenizer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12280" y="2359152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20640" y="2487168"/>
            <a:ext cx="338328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120640" y="248716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Block × 6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12280" y="3310128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20640" y="3438144"/>
            <a:ext cx="338328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120640" y="343814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→ Pre-Classifier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120640" y="3913632"/>
            <a:ext cx="33832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120640" y="39136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→ Output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54880" y="44622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3  |  LR: 2e-5  |  Batch: 16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233672" y="246888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233672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Comparison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960120"/>
            <a:ext cx="3017520" cy="1170432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033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89320" y="1325880"/>
            <a:ext cx="123444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89.64%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360920" y="1325880"/>
            <a:ext cx="123444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6092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93.41%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92240" y="1874520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1874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+3.77%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52160" y="2258568"/>
            <a:ext cx="3017520" cy="1170432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52160" y="23317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89320" y="2624328"/>
            <a:ext cx="123444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262432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89.70%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360920" y="2624328"/>
            <a:ext cx="123444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60920" y="262432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93.43%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492240" y="317296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31729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+3.73%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852160" y="3557016"/>
            <a:ext cx="3017520" cy="1170432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852160" y="36301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89320" y="3922776"/>
            <a:ext cx="123444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89320" y="3922776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0.9598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360920" y="3922776"/>
            <a:ext cx="123444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60920" y="3922776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0.9843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492240" y="4471416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92240" y="447141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+0.0245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2E86C1">
              <a:alpha val="12000"/>
            </a:srgbClr>
          </a:solidFill>
          <a:ln w="12700">
            <a:solidFill>
              <a:srgbClr val="2E86C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 In Action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874520" cy="2331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450592"/>
            <a:ext cx="731520" cy="7315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4505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to launch in browser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42032" y="2331720"/>
            <a:ext cx="1874520" cy="2331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2450592"/>
            <a:ext cx="731520" cy="7315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24505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42032" y="32918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review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42032" y="36576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movie review text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26864" y="2331720"/>
            <a:ext cx="1874520" cy="2331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93792" y="2450592"/>
            <a:ext cx="731520" cy="7315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24505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26864" y="32918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Analyze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26864" y="36576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Positive or Negative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11696" y="2331720"/>
            <a:ext cx="1874520" cy="2331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78624" y="2450592"/>
            <a:ext cx="731520" cy="7315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78624" y="24505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11696" y="32918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results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11696" y="36576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+ key words shown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Switching to browser now...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023360" cy="475488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9144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9844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achieves 93.41% accuracy — best overall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883664"/>
            <a:ext cx="4023360" cy="475488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83664"/>
            <a:ext cx="91440" cy="4754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88366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 (89.64%) is fast &amp; lightweight alternative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4023360" cy="475488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468880"/>
            <a:ext cx="91440" cy="4754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688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score AUC-ROC &gt; 0.95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54096"/>
            <a:ext cx="4023360" cy="475488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54096"/>
            <a:ext cx="91440" cy="4754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05409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 enables real-time predictions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4023360" cy="475488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639312"/>
            <a:ext cx="91440" cy="4754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63931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IMDB reviews — large real-world dataset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298448"/>
            <a:ext cx="4023360" cy="475488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1389888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129844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website to Python model via Flask API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1883664"/>
            <a:ext cx="4023360" cy="475488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1975104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3792" y="1883664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explainability visualizations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468880"/>
            <a:ext cx="4023360" cy="475488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2560320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3792" y="246888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RoBERTa / DeBERTa for higher accuracy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054096"/>
            <a:ext cx="4023360" cy="475488"/>
          </a:xfrm>
          <a:prstGeom prst="rect">
            <a:avLst/>
          </a:prstGeom>
          <a:solidFill>
            <a:srgbClr val="E8EDF2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3145536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93792" y="305409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5-class sentiment rating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 Python  ·  PyTorch  ·  HuggingFace Transformers  ·  Scikit-learn  ·  HTML/CSS/JS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2E86C1">
              <a:alpha val="12000"/>
            </a:srgbClr>
          </a:solidFill>
          <a:ln w="12700">
            <a:solidFill>
              <a:srgbClr val="2E86C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Review Sentiment Analysis — Deep Learning &amp; NLP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2944368"/>
            <a:ext cx="36576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[your-repo-link]    |    Submitted: May 5,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Review Sentiment Analysis</dc:title>
  <dc:subject>PptxGenJS Presentation</dc:subject>
  <dc:creator>PptxGenJS</dc:creator>
  <cp:lastModifiedBy>PptxGenJS</cp:lastModifiedBy>
  <cp:revision>1</cp:revision>
  <dcterms:created xsi:type="dcterms:W3CDTF">2026-05-04T04:38:16Z</dcterms:created>
  <dcterms:modified xsi:type="dcterms:W3CDTF">2026-05-04T04:38:16Z</dcterms:modified>
</cp:coreProperties>
</file>